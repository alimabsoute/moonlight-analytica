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 (K)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</c:v>
                </c:pt>
                <c:pt idx="1">
                  <c:v>4.8</c:v>
                </c:pt>
                <c:pt idx="2">
                  <c:v>8.5</c:v>
                </c:pt>
                <c:pt idx="3">
                  <c:v>14.2</c:v>
                </c:pt>
                <c:pt idx="4">
                  <c:v>22.6</c:v>
                </c:pt>
                <c:pt idx="5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A407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4295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5.8</c:v>
                </c:pt>
                <c:pt idx="2">
                  <c:v>18.5</c:v>
                </c:pt>
                <c:pt idx="3">
                  <c:v>42</c:v>
                </c:pt>
                <c:pt idx="4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F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286000"/>
            <a:ext cx="5486400" cy="54864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FF6B6B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5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2344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the dish. Not the restaurant.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0"/>
          </a:xfrm>
          <a:prstGeom prst="line">
            <a:avLst/>
          </a:prstGeom>
          <a:noFill/>
          <a:ln w="381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Dish Intelligence Platform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$371B industry with zero dish-level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928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Restaurants Are Not Dishes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130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4-star restaurant can serve 2-star dishes. Today's platforms rate the venue, not the food.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Objective Dish Scores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3182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scroll through 500-word reviews hoping to find one mention of what they want to order.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79476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9592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Restaurants Fly Blind on Menus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50876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have POS data but zero insight into which dishes actually drive loyalty and return visits.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17920" y="1691640"/>
            <a:ext cx="2468880" cy="297180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217920" y="2011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$371B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649224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industry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dish-level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92240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National Restaurant Association 2025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Tastyr IQ is the first AI platform that scores individual dishes 0-100 using patent-pending algorithms across 9 food verticals.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2996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Patent-Pending Dish Scoring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AI algorithm analyzes flavor, presentation, value, and consistency to generate a 0-100 TastyrScore for every dish.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02996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Live Food Verticals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2356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sushi to BBQ to vegan, our vertical-specific models understand what makes each cuisine category excellent.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9300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+ Restaurant Platform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173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discover top-scored dishes. Restaurants get analytics dashboards showing dish-level performance.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4632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49300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623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Licensing Infrastructure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623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data licensed to delivery platforms, CPG brands, and food industry analysts.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291840" cy="347472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2560320" cy="32004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dishes near you...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5176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Spicy Tuna Crispy Rice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43000" y="2907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 ★ 96/100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2743200"/>
            <a:ext cx="320040" cy="32004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310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Truffle Mushroom Risotto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 ★ 94/100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54680" y="3383280"/>
            <a:ext cx="320040" cy="3200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93192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Nashville Hot Chicken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Southern  ★ 91/100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54680" y="4023360"/>
            <a:ext cx="320040" cy="32004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5468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9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2588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8006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Patent-Pending Dish Scores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0060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dish gets a 0-100 TastyrScore using AI that analyzes flavor, presentation, value, and consistency.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9456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80060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Cuisine Vertical AI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800600" y="24963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models for each food category — sushi, BBQ, vegan, Italian, and more.</a:t>
            </a:r>
            <a:endParaRPr lang="en-US" sz="11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063240"/>
            <a:ext cx="274320" cy="27432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800600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Dish Rankings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00600" y="33649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trending dishes, new additions, and neighborhood-level intelligence updated continuously.</a:t>
            </a:r>
            <a:endParaRPr lang="en-US" sz="11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931920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800600" y="3886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 Dashboard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80060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analytics for restaurants — dish performance, competitive benchmarking, menu optimization insights.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2377440" cy="2377440"/>
          </a:xfrm>
          <a:prstGeom prst="ellipse">
            <a:avLst/>
          </a:prstGeom>
          <a:solidFill>
            <a:srgbClr val="1A1F3D">
              <a:alpha val="88000"/>
            </a:srgbClr>
          </a:solidFill>
          <a:ln w="25400">
            <a:solidFill>
              <a:srgbClr val="1A1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EC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$371B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industry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1600200"/>
            <a:ext cx="1920240" cy="1920240"/>
          </a:xfrm>
          <a:prstGeom prst="ellipse">
            <a:avLst/>
          </a:prstGeom>
          <a:solidFill>
            <a:srgbClr val="FF6B6B">
              <a:alpha val="88000"/>
            </a:srgbClr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$23B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tech &amp; analytics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market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1463040" cy="1463040"/>
          </a:xfrm>
          <a:prstGeom prst="ellipse">
            <a:avLst/>
          </a:prstGeom>
          <a:solidFill>
            <a:srgbClr val="2EC4B6">
              <a:alpha val="88000"/>
            </a:srgbClr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$2.3B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Dish-level intelligence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target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tech market growing at 12.5% CAGR through 2030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61848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5448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B2C Subscriptions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dish discovery, personalized recs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$4.99/mo per user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7492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618488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76072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Restaurant SaaS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749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analytics dashboard, menu optimization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$500/mo per restaurant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008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4728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7472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55448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Licensing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868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for delivery platforms &amp; CPG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contracts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4632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7492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44728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76072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Promoted Dishes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promote top-scored dishes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 model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3716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Tastyr IQ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B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Yelp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Google Maps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OpenTable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Dish-Level Scores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 Algorithm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Cuisine Verticals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Licensing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Tastyr IQ is the only platform that scores individual dishes with AI. No competitor offers dish-level intelligence.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 Strategy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2560320" cy="7315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Philadelphia launch city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premium subscribers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restaurant dashboards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user cohort campaign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188720"/>
            <a:ext cx="2560320" cy="7315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Tri-state expansion (NYC, NJ)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premium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restaurant dashboards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data licensing deals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188720"/>
            <a:ext cx="2560320" cy="7315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2028-2029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expansion to top 25 cities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premium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restaurant dashboards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licensing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 &amp; Milestones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validated in 8 months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0" y="1188720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0" y="12344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2,490+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858000" y="1234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Indexed &amp; Scored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1847088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18928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0" y="18928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Food Verticals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505456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55117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93K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858000" y="2551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0" y="3163824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32095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858000" y="32095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Pending (Scoring Algo)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822192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0" y="386791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58000" y="386791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TestFlight Beta + App Store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 Amin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 Area, Product &amp; Engineering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 platform, 93K lines of code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 Mabsoute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 &amp; Co-Founder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UPenn Grad, 15 Years in Philadelphia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Hyatt, Citi, American Express alumni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5780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domain expertise in food tech, restaurant operations, and consumer product growth.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Projections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$120K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ARR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$1.2M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6072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ARR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76072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6072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$18M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6072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ARR (Target)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1520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70%+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31520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months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(B2C)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31520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6.5x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31520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profitability in Q4 2028  |  Conservative projections, multiple revenue streams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114800" y="3474720"/>
            <a:ext cx="4572000" cy="45720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$500K - $1.5M Seed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$3M-$6M pre-money 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92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 &amp;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models, infrastructure, vertical expansion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 &amp; Marketing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acquisition, influencer campaigns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Development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partnerships, data licensing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122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122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22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IP protection, admin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434840"/>
            <a:ext cx="7772400" cy="0"/>
          </a:xfrm>
          <a:prstGeom prst="line">
            <a:avLst/>
          </a:prstGeom>
          <a:noFill/>
          <a:ln w="12700">
            <a:solidFill>
              <a:srgbClr val="3A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nik@tastyiq.com  |  tastyiq.com  |  The dish-level data layer the food industry has been missing.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 — Pitch Deck</dc:title>
  <dc:subject>PptxGenJS Presentation</dc:subject>
  <dc:creator>Locale Team</dc:creator>
  <cp:lastModifiedBy>Locale Team</cp:lastModifiedBy>
  <cp:revision>1</cp:revision>
  <dcterms:created xsi:type="dcterms:W3CDTF">2026-03-22T05:18:41Z</dcterms:created>
  <dcterms:modified xsi:type="dcterms:W3CDTF">2026-03-22T05:18:41Z</dcterms:modified>
</cp:coreProperties>
</file>