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 (K)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</c:v>
                </c:pt>
                <c:pt idx="1">
                  <c:v>4.8</c:v>
                </c:pt>
                <c:pt idx="2">
                  <c:v>8.5</c:v>
                </c:pt>
                <c:pt idx="3">
                  <c:v>14.2</c:v>
                </c:pt>
                <c:pt idx="4">
                  <c:v>22.6</c:v>
                </c:pt>
                <c:pt idx="5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A407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4295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5.8</c:v>
                </c:pt>
                <c:pt idx="2">
                  <c:v>18.5</c:v>
                </c:pt>
                <c:pt idx="3">
                  <c:v>42</c:v>
                </c:pt>
                <c:pt idx="4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F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286000"/>
            <a:ext cx="5486400" cy="54864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FF6B6B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5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2344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category-defining food tech platform.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0"/>
          </a:xfrm>
          <a:prstGeom prst="line">
            <a:avLst/>
          </a:prstGeom>
          <a:noFill/>
          <a:ln w="381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Is Coming. We're Building It First.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will own dish-level intelligence. The question is who.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928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Massive Blind Spot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130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$371B restaurant industry has never had a data layer for individual dishes. That gap is closing fast.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 Tech Is Circling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3182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Yelp, and DoorDash have the resources but haven't moved yet. The first-mover window is NOW.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79476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9592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Demand Is Exploding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50876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food content gets 40B+ views. People want to know WHAT to eat, not just WHERE to eat.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17920" y="1691640"/>
            <a:ext cx="2468880" cy="297180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217920" y="2011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649224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today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dishes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92240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is wide open.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Tastyr IQ is building the Rotten Tomatoes for Food. AI-powered scores for every dish, in every restaurant, in every city.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2996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First-Mover Advantage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Patent-pending scoring algorithm. No competitor has filed. We own the intellectual property for dish intelligence.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02996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Store Live TODAY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2356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concept. Not a prototype. Tastyr IQ is approved and live on the App Store. Users can download right now.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9300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Effects Compound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173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dish scored, every review analyzed, every restaurant added makes the platform exponentially more valuable.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4632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49300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623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Winner-Take-All Dynamics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623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Rotten Tomatoes for movies, the first credible dish scoring platform becomes the default. Second place is irrelevant.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291840" cy="347472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2560320" cy="32004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best dishes near you...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5176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Birria Tacos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43000" y="2907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Mexican  ★ 97/100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2743200"/>
            <a:ext cx="320040" cy="32004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310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Khao Soi Curry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 ★ 95/100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54680" y="3383280"/>
            <a:ext cx="320040" cy="3200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93192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Wood-Fired Margherita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 ★ 93/100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54680" y="4023360"/>
            <a:ext cx="320040" cy="32004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5468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9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2588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8006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First-Mover Dish Scoring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0060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Patent-pending AI scores every dish 0-100. No competitor has filed. We own the IP.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9456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80060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Store Live NOW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800600" y="24963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concept. Users can download today. 2,490+ dishes already scored and live.</a:t>
            </a:r>
            <a:endParaRPr lang="en-US" sz="11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063240"/>
            <a:ext cx="274320" cy="27432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800600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Effects Lock-In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00600" y="33649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dish scored makes the platform exponentially more valuable. Winner-take-all dynamics.</a:t>
            </a:r>
            <a:endParaRPr lang="en-US" sz="11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931920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800600" y="3886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Licensing Ready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80060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data ready to license to DoorDash, UberEats, Instacart, and CPG brands.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2377440" cy="2377440"/>
          </a:xfrm>
          <a:prstGeom prst="ellipse">
            <a:avLst/>
          </a:prstGeom>
          <a:solidFill>
            <a:srgbClr val="1A1F3D">
              <a:alpha val="88000"/>
            </a:srgbClr>
          </a:solidFill>
          <a:ln w="25400">
            <a:solidFill>
              <a:srgbClr val="1A1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EC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$371B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industry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race is 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1600200"/>
            <a:ext cx="1920240" cy="1920240"/>
          </a:xfrm>
          <a:prstGeom prst="ellipse">
            <a:avLst/>
          </a:prstGeom>
          <a:solidFill>
            <a:srgbClr val="FF6B6B">
              <a:alpha val="88000"/>
            </a:srgbClr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$23B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tech market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12.5% CAGR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1463040" cy="1463040"/>
          </a:xfrm>
          <a:prstGeom prst="ellipse">
            <a:avLst/>
          </a:prstGeom>
          <a:solidFill>
            <a:srgbClr val="2EC4B6">
              <a:alpha val="88000"/>
            </a:srgbClr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$2.3B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market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creating this category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to own dish-level intelligence closes within 18 months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61848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5448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B2C Subscriptions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Viral-ready premium tier at $4.99/mo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Winner-take-all consumer lock-in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7492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618488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76072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Restaurant SaaS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749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$500/mo dish analytics dashboards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NEED this data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008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4728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7472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55448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Licensing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868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DoorDash, UberEats, Instacart all want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deals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4632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7492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44728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76072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Promoted Dishes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High-intent, high-conversion ad placements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 model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3716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Tastyr IQ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B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Yelp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Google Maps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OpenTable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Dish-Level Scores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 Algorithm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Cuisine Verticals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Licensing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doing this YET. But Google, Yelp, and DoorDash all could. Our head start is everything.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 Strategy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2560320" cy="7315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Ignite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Philly influencer drops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user cohorts (limited spots)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FOMO campaign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&amp; media pipeline activated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188720"/>
            <a:ext cx="2560320" cy="7315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Blitz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Tri-state expansion blitz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premium users target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restaurant chain partnerships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licensing first deals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188720"/>
            <a:ext cx="2560320" cy="7315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Dominate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2028-2029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rollout, 25 cities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users, network effects locked 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ownership cemented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conversations begin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 &amp; Milestones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buzzing. Momentum is building.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0" y="1188720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0" y="12344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2,490+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858000" y="1234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Scored &amp; Live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1847088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18928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0" y="18928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Verticals Active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505456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55117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858000" y="2551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Approved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0" y="3163824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32095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858000" y="32095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Filed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822192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0" y="386791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58000" y="386791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Shipped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 Amin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 Area engineer, built the entire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fast. 93K lines and counting.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 Mabsoute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 &amp; Co-Founder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UPenn, 15 years in Philly food scene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Hyatt, Citi, AmEx. Knows the market cold.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5780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Philadelphia. We chose to move fast. Founding investors get in at the ground floor.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Projections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$120K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ARR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$1.2M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6072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ARR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76072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6072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$18M+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6072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ARR (Upside)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1520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70%+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31520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months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31520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6.5x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31520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upside scenario  |  Winner-take-all economics amplify returns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114800" y="3474720"/>
            <a:ext cx="4572000" cy="45720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$500K - $1.5M Seed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$3M-$6M pre-money 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92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 &amp;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 the moat before big tech moves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 &amp; Marketing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drops, founding cohorts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Development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 restaurant &amp; data partnerships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122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122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22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patent prosecution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434840"/>
            <a:ext cx="7772400" cy="0"/>
          </a:xfrm>
          <a:prstGeom prst="line">
            <a:avLst/>
          </a:prstGeom>
          <a:noFill/>
          <a:ln w="12700">
            <a:solidFill>
              <a:srgbClr val="3A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round is filling. 5 Founding Investor seats remain.  |  nik@tastyiq.com  |  tastyiq.com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 — Pitch Deck</dc:title>
  <dc:subject>PptxGenJS Presentation</dc:subject>
  <dc:creator>Locale Team</dc:creator>
  <cp:lastModifiedBy>Locale Team</cp:lastModifiedBy>
  <cp:revision>1</cp:revision>
  <dcterms:created xsi:type="dcterms:W3CDTF">2026-03-22T05:18:41Z</dcterms:created>
  <dcterms:modified xsi:type="dcterms:W3CDTF">2026-03-22T05:18:41Z</dcterms:modified>
</cp:coreProperties>
</file>