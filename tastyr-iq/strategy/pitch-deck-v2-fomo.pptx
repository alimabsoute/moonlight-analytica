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 (K)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4.8</c:v>
                </c:pt>
                <c:pt idx="2">
                  <c:v>8.5</c:v>
                </c:pt>
                <c:pt idx="3">
                  <c:v>14.2</c:v>
                </c:pt>
                <c:pt idx="4">
                  <c:v>22.6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0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29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5.8</c:v>
                </c:pt>
                <c:pt idx="2">
                  <c:v>18.5</c:v>
                </c:pt>
                <c:pt idx="3">
                  <c:v>42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5486400" cy="54864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5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category-defining food tech platform.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228600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 Is Coming. We're Building It First.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will own dish-level intelligence. The question is who.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928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Massive Blind Spot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$371B restaurant industry has never had a data layer for individual dishes. That gap is closing fast.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43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816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Tech Is Circling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Yelp, and DoorDash have the resources but haven't moved yet. The first-mover window is NOW.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9592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67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Demand Is Exploding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food content gets 40B+ views. People want to know WHAT to eat, not just WHERE to eat.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1691640"/>
            <a:ext cx="2468880" cy="297180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21792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649224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today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dishes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wide open.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Tastyr IQ is building the Rotten Tomatoes for Food. AI-powered scores for every dish, in every restaurant, in every city.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First-Mover Advantage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Patent-pending scoring algorithm. No competitor has filed. We own the intellectual property for dish intelligence.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029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Live TODAY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2356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concept. Not a prototype. Tastyr IQ is approved and live on the App Store. Users can download right now.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930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Effects Compound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dish scored, every review analyzed, every restaurant added makes the platform exponentially more valuable.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49300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Winner-Take-All Dynamics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2356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Rotten Tomatoes for movies, the first credible dish scoring platform becomes the default. Second place is irrelevant.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291840" cy="34747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2560320" cy="32004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dishes near you...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265176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Birria Tacos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 ★ 4.9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274320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329184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Sakura Garden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 ★ 4.8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54680" y="3383280"/>
            <a:ext cx="320040" cy="3200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393192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Agave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 ★ 4.7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54680" y="4023360"/>
            <a:ext cx="320040" cy="3200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2588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006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Trust Score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16276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gets an authenticity score powered by our proprietary ML model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9456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0060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 DNA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80060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preference profile — get recommendations that actually match your taste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06324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006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Pulse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80060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trending spots, new openings, and neighborhood activity feed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93192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0060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Dashboard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80060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analytics for businesses — foot traffic, sentiment analysis, competitor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377440" cy="2377440"/>
          </a:xfrm>
          <a:prstGeom prst="ellipse">
            <a:avLst/>
          </a:prstGeom>
          <a:solidFill>
            <a:srgbClr val="1A1F3D">
              <a:alpha val="88000"/>
            </a:srgbClr>
          </a:solidFill>
          <a:ln w="25400">
            <a:solidFill>
              <a:srgbClr val="1A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$371B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restaurant 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race is 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600200"/>
            <a:ext cx="1920240" cy="1920240"/>
          </a:xfrm>
          <a:prstGeom prst="ellipse">
            <a:avLst/>
          </a:prstGeom>
          <a:solidFill>
            <a:srgbClr val="FF6B6B">
              <a:alpha val="88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tech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12.5% CAGR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1463040" cy="1463040"/>
          </a:xfrm>
          <a:prstGeom prst="ellipse">
            <a:avLst/>
          </a:prstGeom>
          <a:solidFill>
            <a:srgbClr val="2EC4B6">
              <a:alpha val="88000"/>
            </a:srgbClr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$2.3B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creating this category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own dish-level intelligence closes within 18 months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184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B2C Subscriptions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Viral-ready premium tier at $4.99/mo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Winner-take-all consumer lock-in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6184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7607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Restaurant SaaS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749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 dish analytics dashboards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NEED this data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472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7472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Licensing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868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DoorDash, UberEats, Instacart all want this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deals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4632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7492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4472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76072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 Dishes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07492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High-intent, high-conversion ad placements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model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Locale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Yelp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Google Maps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TripAdvisor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Review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Recs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Business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Pay-to-Play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Trust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doing this YET. But Google, Yelp, and DoorDash all could. Our head start is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Ignite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Philly influencer drops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user cohorts (limited spots)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FOMO campaign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&amp; media pipeline activated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5603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Blitz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Tri-state expansion blitz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premium users target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restaurant chain partnerships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first deals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88720"/>
            <a:ext cx="2560320" cy="73152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2028-2029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rollout, 25 cities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users, network effects locked 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ownership cemented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conversations begin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Milestones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buzzing. Momentum is building.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188720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2344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2,490+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Scored &amp; Live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847088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8928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0" y="1892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Active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505456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5511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2551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Approved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163824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2095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58000" y="32095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Filed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822192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8679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93K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0" y="3867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Shipped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Nik Amin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 engineer, built the entire 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fast. 93K lines and counting.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 Mabsoute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&amp; Co-Founder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UPenn, 15 years in Philly food scene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Hyatt, Citi, AmEx. Knows the market cold.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Philadelphia. We chose to move fast. Founding investors get in at the ground floor.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ARR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76072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6072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ARR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6072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$18M+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ARR (Upside)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31520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31520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months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31520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6.5x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upside scenario  |  Winner-take-all economics amplify returns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3474720"/>
            <a:ext cx="4572000" cy="45720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 - $1.5M Seed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$3M-$6M pre-money valuation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&amp;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moat before big tech moves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&amp; Marketing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drops, founding cohorts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Development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restaurant &amp; data partnerships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patent prosecution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777240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round is filling. 5 Founding Investor seats remain.  |  nik@tastyiq.com  |  tastyiq.com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Locale — Pitch Deck</dc:title>
  <dc:subject>PptxGenJS Presentation</dc:subject>
  <dc:creator>Locale Team</dc:creator>
  <cp:lastModifiedBy>Locale Team</cp:lastModifiedBy>
  <cp:revision>1</cp:revision>
  <dcterms:created xsi:type="dcterms:W3CDTF">2026-03-22T05:18:41Z</dcterms:created>
  <dcterms:modified xsi:type="dcterms:W3CDTF">2026-03-22T05:18:41Z</dcterms:modified>
</cp:coreProperties>
</file>