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Active Users (K)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Oct '25</c:v>
                  </c:pt>
                  <c:pt idx="1">
                    <c:v>Nov '25</c:v>
                  </c:pt>
                  <c:pt idx="2">
                    <c:v>Dec '25</c:v>
                  </c:pt>
                  <c:pt idx="3">
                    <c:v>Jan '26</c:v>
                  </c:pt>
                  <c:pt idx="4">
                    <c:v>Feb '26</c:v>
                  </c:pt>
                  <c:pt idx="5">
                    <c:v>Mar '26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</c:v>
                </c:pt>
                <c:pt idx="1">
                  <c:v>4.8</c:v>
                </c:pt>
                <c:pt idx="2">
                  <c:v>8.5</c:v>
                </c:pt>
                <c:pt idx="3">
                  <c:v>14.2</c:v>
                </c:pt>
                <c:pt idx="4">
                  <c:v>22.6</c:v>
                </c:pt>
                <c:pt idx="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0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429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5.8</c:v>
                </c:pt>
                <c:pt idx="2">
                  <c:v>18.5</c:v>
                </c:pt>
                <c:pt idx="3">
                  <c:v>42</c:v>
                </c:pt>
                <c:pt idx="4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0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0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286000"/>
            <a:ext cx="5486400" cy="5486400"/>
          </a:xfrm>
          <a:prstGeom prst="ellipse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F6B6B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Tastyr IQ</a:t>
            </a:r>
            <a:endParaRPr lang="en-US" sz="5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34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layer restaurants never had.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3108960"/>
            <a:ext cx="228600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Dish Intelligence for Restaurant Operators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March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have no idea which dishes drive loyalty.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928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64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 Data Is Not Dish Intelligence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130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and Square tell you what sold. They cannot tell you what customers actually loved or hated.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436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816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 Optimization Is Guesswork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08760" y="3182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Chefs and operators make menu decisions based on intuition, not data. Margins suffer.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9592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67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Noise, Zero Signal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0876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and Google reviews mention dishes buried in paragraphs. No operator can extract actionable dish-level insights at scale.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17920" y="1691640"/>
            <a:ext cx="2468880" cy="297180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21792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5400" dirty="0"/>
          </a:p>
        </p:txBody>
      </p:sp>
      <p:sp>
        <p:nvSpPr>
          <p:cNvPr id="19" name="Text 14"/>
          <p:cNvSpPr/>
          <p:nvPr/>
        </p:nvSpPr>
        <p:spPr>
          <a:xfrm>
            <a:off x="649224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restaurant operators say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lack actionable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individual dish performance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9224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Restaurant Technology Survey 2025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Tastyr IQ gives restaurants an AI-powered analytics dashboard that scores every dish and reveals what drives customer loyalty.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99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Dish Performance Dashboard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 and trend analysis for every dish on the menu. See what customers love, what needs work, and what to cut.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92024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0299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 Optimization Engine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2356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recommendations for pricing, positioning, and seasonal rotations based on dish performance data.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38328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9300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Dish Benchmarking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173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your dishes score against competitors in your area. Identify gaps and opportunities.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46320" y="338328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49300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Demand Signals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62356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dishes consumers are searching for in your area before they walk through your door.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291840" cy="347472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TASTYR IQ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2560320" cy="32004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dishes, restaurants...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2651760"/>
            <a:ext cx="2560320" cy="50292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Truffle Mushroom Risotto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 ★ 4.9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274320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3291840"/>
            <a:ext cx="2560320" cy="50292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310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Sakura Garden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3547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 ★ 4.8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54680" y="3383280"/>
            <a:ext cx="320040" cy="3200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05840" y="3931920"/>
            <a:ext cx="2560320" cy="502920"/>
          </a:xfrm>
          <a:prstGeom prst="rect">
            <a:avLst/>
          </a:prstGeom>
          <a:solidFill>
            <a:srgbClr val="2A3058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 Agave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4187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  ★ 4.7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54680" y="4023360"/>
            <a:ext cx="320040" cy="32004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2" name="Text 20"/>
          <p:cNvSpPr/>
          <p:nvPr/>
        </p:nvSpPr>
        <p:spPr>
          <a:xfrm>
            <a:off x="315468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4.7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2588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8006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Trust Score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00600" y="16276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gets an authenticity score powered by our proprietary ML model</a:t>
            </a:r>
            <a:endParaRPr lang="en-US" sz="11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9456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80060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 DNA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4800600" y="24963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preference profile — get recommendations that actually match your taste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06324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8006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Pulse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4800600" y="3364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trending spots, new openings, and neighborhood activity feed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93192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800600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Dashboard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4800600" y="4233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analytics for businesses — foot traffic, sentiment analysis, competitor benchmarks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2377440" cy="2377440"/>
          </a:xfrm>
          <a:prstGeom prst="ellipse">
            <a:avLst/>
          </a:prstGeom>
          <a:solidFill>
            <a:srgbClr val="1A1F3D">
              <a:alpha val="88000"/>
            </a:srgbClr>
          </a:solidFill>
          <a:ln w="25400">
            <a:solidFill>
              <a:srgbClr val="1A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$23B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technology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analytics SaaS market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1600200"/>
            <a:ext cx="1920240" cy="1920240"/>
          </a:xfrm>
          <a:prstGeom prst="ellipse">
            <a:avLst/>
          </a:prstGeom>
          <a:solidFill>
            <a:srgbClr val="FF6B6B">
              <a:alpha val="88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$5.8B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analytics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intelligence 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1463040" cy="1463040"/>
          </a:xfrm>
          <a:prstGeom prst="ellipse">
            <a:avLst/>
          </a:prstGeom>
          <a:solidFill>
            <a:srgbClr val="2EC4B6">
              <a:alpha val="88000"/>
            </a:srgbClr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$580M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Dish-level analytics SaaS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target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SaaS market growing at 15.1% CAGR through 2030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6184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Restaurant Analytics SaaS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performance dashboards at $500/mo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plans: Basic / Pro / Enterprise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74920" y="15087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6184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76072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Licensing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7492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intelligence for delivery platforms &amp; CPG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annual contracts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1089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44728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7472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55448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B2C Subscriptions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6868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 drives data collection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$4.99/mo premium tier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846320" y="3108960"/>
            <a:ext cx="3840480" cy="1554480"/>
          </a:xfrm>
          <a:prstGeom prst="rect">
            <a:avLst/>
          </a:prstGeom>
          <a:solidFill>
            <a:srgbClr val="2429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74920" y="33375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344728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096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576072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 Integration Fees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07492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partnerships with Toast, Square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Per-location setup fees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Locale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Yelp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Google Maps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TripAdvisor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Review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Recs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Business 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Pay-to-Play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Trending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Trust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does POS. OpenTable does reservations. No one offers dish-level performance analytics. We are the first.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56032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Q2-Q4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restaurant cohort: 10 Philly restaurants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dish analytics ROI with case studies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integration pilot (Toast)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 drives data flywheel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188720"/>
            <a:ext cx="2560320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4688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restaurant dashboards tri-state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through POS partnerships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group enterprise deals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data licensing to delivery platforms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188720"/>
            <a:ext cx="2560320" cy="73152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2028-2029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4688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restaurant dashboards nationally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POS workflows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licensing at scale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standard for dish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Milestones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built. Restaurants are asking for this.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0" y="1188720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2344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2,490+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0" y="1234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Scored Across 9 Verticals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0" y="1847088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8928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58000" y="18928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 on App Store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2505456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25511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93K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0" y="2551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Production Code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163824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32095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Patent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858000" y="32095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on Scoring Algorithm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0" y="3822192"/>
            <a:ext cx="3200400" cy="530352"/>
          </a:xfrm>
          <a:prstGeom prst="rect">
            <a:avLst/>
          </a:prstGeom>
          <a:solidFill>
            <a:srgbClr val="242955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386791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$500/mo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58000" y="3867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Dashboard Pricing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Nik Amin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Area, Full-Stack Engineering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 platform end-to-end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 Mabsoute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&amp; Co-Founder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UPenn, Hyatt Hotels alumni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 in Philadelphia restaurant scene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5780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9204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11887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06640" y="1417320"/>
            <a:ext cx="914400" cy="91440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408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include restaurant operators, POS integration experts, and food industry data scientists.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8016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353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$120K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072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ARR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760720" y="228600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2359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$1.2M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6072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ARR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760720" y="329184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6072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ARR (Target)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315200" y="128016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0" y="1353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75%+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(SaaS)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315200" y="228600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0" y="2359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months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(B2B)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315200" y="3291840"/>
            <a:ext cx="1371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15200" y="3364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8x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1520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Ratio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unit economics  |  Restaurant dashboards are high-margin recurring revenue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14800" y="3474720"/>
            <a:ext cx="4572000" cy="4572000"/>
          </a:xfrm>
          <a:prstGeom prst="ellipse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$500K - $1.5M Seed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$3M-$6M pre-money valuation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&amp;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dashboard, POS integrations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974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974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&amp; Marketing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sales, case studies, events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Development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partnerships, chain restaurant deals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122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IP, compliance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7772400" cy="0"/>
          </a:xfrm>
          <a:prstGeom prst="line">
            <a:avLst/>
          </a:prstGeom>
          <a:noFill/>
          <a:ln w="12700">
            <a:solidFill>
              <a:srgbClr val="3A4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26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nik@tastyiq.com  |  tastyiq.com  |  The dish analytics platform restaurants have been waiting for.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Locale — Pitch Deck</dc:title>
  <dc:subject>PptxGenJS Presentation</dc:subject>
  <dc:creator>Locale Team</dc:creator>
  <cp:lastModifiedBy>Locale Team</cp:lastModifiedBy>
  <cp:revision>1</cp:revision>
  <dcterms:created xsi:type="dcterms:W3CDTF">2026-03-22T05:18:41Z</dcterms:created>
  <dcterms:modified xsi:type="dcterms:W3CDTF">2026-03-22T05:18:41Z</dcterms:modified>
</cp:coreProperties>
</file>