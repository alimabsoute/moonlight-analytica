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8am</c:v>
                  </c:pt>
                  <c:pt idx="1">
                    <c:v>9am</c:v>
                  </c:pt>
                  <c:pt idx="2">
                    <c:v>10am</c:v>
                  </c:pt>
                  <c:pt idx="3">
                    <c:v>11am</c:v>
                  </c:pt>
                  <c:pt idx="4">
                    <c:v>12pm</c:v>
                  </c:pt>
                  <c:pt idx="5">
                    <c:v>1pm</c:v>
                  </c:pt>
                  <c:pt idx="6">
                    <c:v>2pm</c:v>
                  </c:pt>
                  <c:pt idx="7">
                    <c:v>3pm</c:v>
                  </c:pt>
                  <c:pt idx="8">
                    <c:v>4pm</c:v>
                  </c:pt>
                  <c:pt idx="9">
                    <c:v>5pm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120</c:v>
                </c:pt>
                <c:pt idx="2">
                  <c:v>180</c:v>
                </c:pt>
                <c:pt idx="3">
                  <c:v>210</c:v>
                </c:pt>
                <c:pt idx="4">
                  <c:v>165</c:v>
                </c:pt>
                <c:pt idx="5">
                  <c:v>140</c:v>
                </c:pt>
                <c:pt idx="6">
                  <c:v>195</c:v>
                </c:pt>
                <c:pt idx="7">
                  <c:v>220</c:v>
                </c:pt>
                <c:pt idx="8">
                  <c:v>185</c:v>
                </c:pt>
                <c:pt idx="9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1097280"/>
            <a:ext cx="1371600" cy="1371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JANUS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Real-Time People Tracking &amp; Analytics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Intelligent Insights for Physical Spaces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Janus?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Janus is an edge-powered analytics platform that transforms video feeds into actionable insights. Using YOLO detection and advanced tracking algorithms, it monitors foot traffic, zone occupancy, and visitor behavior in real-time.
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Named after the Roman god of transitions, Janus watches entrances and exits, tracking every journey through your space.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09728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Edge Computing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Process video locally with minimal latency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9319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92024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Real-Time Analytics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Live dashboards with instant updates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9319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74320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Privacy-First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facial recognition, just anonymous tracking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6459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Edge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YOLO + ByteTrack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Person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459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API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FastAPI + SQLite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Event Storage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6459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React + Recharts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Live People Counting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Track entries, exits, and current occupancy in real-time with hero KPI cards showing live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Zone Analytics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Define custom zones to monitor dwell time, traffic patterns, and hot spots across your space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1148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Heatmap Visualization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Visual density maps showing where people spend time, updated in real-time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3774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Historical Reports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Analyze trends over time with hourly, daily, and weekly traffic reports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Advanced Tracking Technology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Detection &amp; Tracking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YOLOv8/v11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- State-of-the-art object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ByteTrack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- Multi-object tracking with 3s buffer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BoT-SORT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- Camera motion compensation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•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Re-ID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- Identity persistence through occlusions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Performance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30+ FPS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Real-time processing on edge devices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6974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95%+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Tracking accuracy with Re-ID enabled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Modern Dashboard UI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371600" cy="30175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Live Monitor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Analytics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Heatmap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Reports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154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Settings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10058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1005840"/>
            <a:ext cx="15544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Current Count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10058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520440" y="1005840"/>
            <a:ext cx="1554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1,284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2044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Today's Entries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10058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080" y="1005840"/>
            <a:ext cx="15544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1208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Today's Exits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10058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903720" y="1005840"/>
            <a:ext cx="1554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1143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4:32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03720" y="1554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Avg Dwell 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0" y="2011680"/>
            <a:ext cx="676656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196596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Hourly Traffic Today</a:t>
            </a:r>
            <a:endParaRPr lang="en-US" sz="14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1965960" y="2468880"/>
          <a:ext cx="64922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Use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46304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Retail Stores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Monitor foot traffic, optimize store layouts, and measure checkout queue times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46304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Events &amp; Venues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Track capacity, identify crowded areas, and ensure safety compliance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188720"/>
            <a:ext cx="2651760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7178040" y="14630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Smart Buildings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2971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Optimize HVAC and lighting based on real occupancy data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731520"/>
            <a:ext cx="1097280" cy="10972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Ready to See More?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Transform your space with intelligent analytics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Request a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023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github.com/alimabsoute/janus-demo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Janus - Real-Time People Tracking &amp; Analytics</dc:title>
  <dc:subject>PptxGenJS Presentation</dc:subject>
  <dc:creator>Janus Team</dc:creator>
  <cp:lastModifiedBy>Janus Team</cp:lastModifiedBy>
  <cp:revision>1</cp:revision>
  <dcterms:created xsi:type="dcterms:W3CDTF">2026-02-01T15:52:46Z</dcterms:created>
  <dcterms:modified xsi:type="dcterms:W3CDTF">2026-02-01T15:52:46Z</dcterms:modified>
</cp:coreProperties>
</file>